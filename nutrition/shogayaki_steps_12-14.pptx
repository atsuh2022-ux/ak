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A0582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A0582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10.5</c:v>
                </c:pt>
                <c:pt idx="1">
                  <c:v>28</c:v>
                </c:pt>
                <c:pt idx="2">
                  <c:v>27</c:v>
                </c:pt>
                <c:pt idx="3">
                  <c:v>2</c:v>
                </c:pt>
                <c:pt idx="4">
                  <c:v>2.6</c:v>
                </c:pt>
                <c:pt idx="5">
                  <c:v>6</c:v>
                </c:pt>
                <c:pt idx="6">
                  <c:v>2.9</c:v>
                </c:pt>
                <c:pt idx="7">
                  <c:v>41.4</c:v>
                </c:pt>
                <c:pt idx="8">
                  <c:v>10</c:v>
                </c:pt>
                <c:pt idx="9">
                  <c:v>23</c:v>
                </c:pt>
                <c:pt idx="10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A0582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10.5</c:v>
                </c:pt>
                <c:pt idx="1">
                  <c:v>28</c:v>
                </c:pt>
                <c:pt idx="2">
                  <c:v>27</c:v>
                </c:pt>
                <c:pt idx="3">
                  <c:v>2</c:v>
                </c:pt>
                <c:pt idx="4">
                  <c:v>2.6</c:v>
                </c:pt>
                <c:pt idx="5">
                  <c:v>6</c:v>
                </c:pt>
                <c:pt idx="6">
                  <c:v>2.9</c:v>
                </c:pt>
                <c:pt idx="7">
                  <c:v>41.4</c:v>
                </c:pt>
                <c:pt idx="8">
                  <c:v>10</c:v>
                </c:pt>
                <c:pt idx="9">
                  <c:v>23</c:v>
                </c:pt>
                <c:pt idx="10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A0582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10.5</c:v>
                </c:pt>
                <c:pt idx="1">
                  <c:v>28</c:v>
                </c:pt>
                <c:pt idx="2">
                  <c:v>27</c:v>
                </c:pt>
                <c:pt idx="3">
                  <c:v>2</c:v>
                </c:pt>
                <c:pt idx="4">
                  <c:v>2.6</c:v>
                </c:pt>
                <c:pt idx="5">
                  <c:v>6</c:v>
                </c:pt>
                <c:pt idx="6">
                  <c:v>2.9</c:v>
                </c:pt>
                <c:pt idx="7">
                  <c:v>41.4</c:v>
                </c:pt>
                <c:pt idx="8">
                  <c:v>10</c:v>
                </c:pt>
                <c:pt idx="9">
                  <c:v>23</c:v>
                </c:pt>
                <c:pt idx="10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2.2</c:v>
                </c:pt>
                <c:pt idx="1">
                  <c:v>4.8</c:v>
                </c:pt>
                <c:pt idx="2">
                  <c:v>1</c:v>
                </c:pt>
                <c:pt idx="3">
                  <c:v>3.1</c:v>
                </c:pt>
                <c:pt idx="4">
                  <c:v>2.2</c:v>
                </c:pt>
                <c:pt idx="5">
                  <c:v>8</c:v>
                </c:pt>
                <c:pt idx="6">
                  <c:v>0</c:v>
                </c:pt>
                <c:pt idx="7">
                  <c:v>3.6</c:v>
                </c:pt>
                <c:pt idx="8">
                  <c:v>2.5</c:v>
                </c:pt>
                <c:pt idx="9">
                  <c:v>12</c:v>
                </c:pt>
                <c:pt idx="10">
                  <c:v>26.5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A0582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10.5</c:v>
                </c:pt>
                <c:pt idx="1">
                  <c:v>28</c:v>
                </c:pt>
                <c:pt idx="2">
                  <c:v>27</c:v>
                </c:pt>
                <c:pt idx="3">
                  <c:v>2</c:v>
                </c:pt>
                <c:pt idx="4">
                  <c:v>2.6</c:v>
                </c:pt>
                <c:pt idx="5">
                  <c:v>6</c:v>
                </c:pt>
                <c:pt idx="6">
                  <c:v>2.9</c:v>
                </c:pt>
                <c:pt idx="7">
                  <c:v>41.4</c:v>
                </c:pt>
                <c:pt idx="8">
                  <c:v>10</c:v>
                </c:pt>
                <c:pt idx="9">
                  <c:v>23</c:v>
                </c:pt>
                <c:pt idx="10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2.2</c:v>
                </c:pt>
                <c:pt idx="1">
                  <c:v>4.8</c:v>
                </c:pt>
                <c:pt idx="2">
                  <c:v>1</c:v>
                </c:pt>
                <c:pt idx="3">
                  <c:v>3.1</c:v>
                </c:pt>
                <c:pt idx="4">
                  <c:v>2.2</c:v>
                </c:pt>
                <c:pt idx="5">
                  <c:v>8</c:v>
                </c:pt>
                <c:pt idx="6">
                  <c:v>0</c:v>
                </c:pt>
                <c:pt idx="7">
                  <c:v>3.6</c:v>
                </c:pt>
                <c:pt idx="8">
                  <c:v>2.5</c:v>
                </c:pt>
                <c:pt idx="9">
                  <c:v>12</c:v>
                </c:pt>
                <c:pt idx="10">
                  <c:v>26.5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1.6</c:v>
                </c:pt>
                <c:pt idx="1">
                  <c:v>1.7</c:v>
                </c:pt>
                <c:pt idx="2">
                  <c:v>0.1</c:v>
                </c:pt>
                <c:pt idx="3">
                  <c:v>2.6</c:v>
                </c:pt>
                <c:pt idx="4">
                  <c:v>2.1</c:v>
                </c:pt>
                <c:pt idx="5">
                  <c:v>3</c:v>
                </c:pt>
                <c:pt idx="6">
                  <c:v>1.3</c:v>
                </c:pt>
                <c:pt idx="7">
                  <c:v>7.1</c:v>
                </c:pt>
                <c:pt idx="8">
                  <c:v>1.9</c:v>
                </c:pt>
                <c:pt idx="9">
                  <c:v>40</c:v>
                </c:pt>
                <c:pt idx="10">
                  <c:v>4.7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A0582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10.5</c:v>
                </c:pt>
                <c:pt idx="1">
                  <c:v>28</c:v>
                </c:pt>
                <c:pt idx="2">
                  <c:v>27</c:v>
                </c:pt>
                <c:pt idx="3">
                  <c:v>2</c:v>
                </c:pt>
                <c:pt idx="4">
                  <c:v>2.6</c:v>
                </c:pt>
                <c:pt idx="5">
                  <c:v>6</c:v>
                </c:pt>
                <c:pt idx="6">
                  <c:v>2.9</c:v>
                </c:pt>
                <c:pt idx="7">
                  <c:v>41.4</c:v>
                </c:pt>
                <c:pt idx="8">
                  <c:v>10</c:v>
                </c:pt>
                <c:pt idx="9">
                  <c:v>23</c:v>
                </c:pt>
                <c:pt idx="10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2.2</c:v>
                </c:pt>
                <c:pt idx="1">
                  <c:v>4.8</c:v>
                </c:pt>
                <c:pt idx="2">
                  <c:v>1</c:v>
                </c:pt>
                <c:pt idx="3">
                  <c:v>3.1</c:v>
                </c:pt>
                <c:pt idx="4">
                  <c:v>2.2</c:v>
                </c:pt>
                <c:pt idx="5">
                  <c:v>8</c:v>
                </c:pt>
                <c:pt idx="6">
                  <c:v>0</c:v>
                </c:pt>
                <c:pt idx="7">
                  <c:v>3.6</c:v>
                </c:pt>
                <c:pt idx="8">
                  <c:v>2.5</c:v>
                </c:pt>
                <c:pt idx="9">
                  <c:v>12</c:v>
                </c:pt>
                <c:pt idx="10">
                  <c:v>26.5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1.6</c:v>
                </c:pt>
                <c:pt idx="1">
                  <c:v>1.7</c:v>
                </c:pt>
                <c:pt idx="2">
                  <c:v>0.1</c:v>
                </c:pt>
                <c:pt idx="3">
                  <c:v>2.6</c:v>
                </c:pt>
                <c:pt idx="4">
                  <c:v>2.1</c:v>
                </c:pt>
                <c:pt idx="5">
                  <c:v>3</c:v>
                </c:pt>
                <c:pt idx="6">
                  <c:v>1.3</c:v>
                </c:pt>
                <c:pt idx="7">
                  <c:v>7.1</c:v>
                </c:pt>
                <c:pt idx="8">
                  <c:v>1.9</c:v>
                </c:pt>
                <c:pt idx="9">
                  <c:v>40</c:v>
                </c:pt>
                <c:pt idx="10">
                  <c:v>4.7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4.7</c:v>
                </c:pt>
                <c:pt idx="1">
                  <c:v>11</c:v>
                </c:pt>
                <c:pt idx="2">
                  <c:v>10.5</c:v>
                </c:pt>
                <c:pt idx="3">
                  <c:v>2.6</c:v>
                </c:pt>
                <c:pt idx="4">
                  <c:v>22</c:v>
                </c:pt>
                <c:pt idx="5">
                  <c:v>0</c:v>
                </c:pt>
                <c:pt idx="6">
                  <c:v>9.5</c:v>
                </c:pt>
                <c:pt idx="7">
                  <c:v>5.7</c:v>
                </c:pt>
                <c:pt idx="8">
                  <c:v>18.7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主菜：豚の生姜焼き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主菜：豚の生姜焼き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8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主菜：豚の生姜焼き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8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主菜：豚の生姜焼き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8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主菜：豚の生姜焼き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8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主菜：豚の生姜焼き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8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2" name="Dish5"/>
          <p:cNvSpPr txBox="1"/>
          <p:nvPr/>
        </p:nvSpPr>
        <p:spPr>
          <a:xfrm>
            <a:off x="94640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4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牛乳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2026-09-28T00:32:49Z</dcterms:created>
  <dcterms:modified xsi:type="dcterms:W3CDTF">2026-09-28T00:32:49Z</dcterms:modified>
</cp:coreProperties>
</file>