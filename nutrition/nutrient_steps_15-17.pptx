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9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0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8.4</c:v>
                </c:pt>
                <c:pt idx="1">
                  <c:v>5.8</c:v>
                </c:pt>
                <c:pt idx="2">
                  <c:v>0.6</c:v>
                </c:pt>
                <c:pt idx="3">
                  <c:v>13.8</c:v>
                </c:pt>
                <c:pt idx="4">
                  <c:v>0.6</c:v>
                </c:pt>
                <c:pt idx="5">
                  <c:v>2</c:v>
                </c:pt>
                <c:pt idx="6">
                  <c:v>0</c:v>
                </c:pt>
                <c:pt idx="7">
                  <c:v>2</c:v>
                </c:pt>
                <c:pt idx="8">
                  <c:v>1.2</c:v>
                </c:pt>
                <c:pt idx="9">
                  <c:v>0</c:v>
                </c:pt>
                <c:pt idx="10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E87B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008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8.4</c:v>
                </c:pt>
                <c:pt idx="1">
                  <c:v>5.8</c:v>
                </c:pt>
                <c:pt idx="2">
                  <c:v>0.6</c:v>
                </c:pt>
                <c:pt idx="3">
                  <c:v>13.8</c:v>
                </c:pt>
                <c:pt idx="4">
                  <c:v>0.6</c:v>
                </c:pt>
                <c:pt idx="5">
                  <c:v>2</c:v>
                </c:pt>
                <c:pt idx="6">
                  <c:v>0</c:v>
                </c:pt>
                <c:pt idx="7">
                  <c:v>2</c:v>
                </c:pt>
                <c:pt idx="8">
                  <c:v>1.2</c:v>
                </c:pt>
                <c:pt idx="9">
                  <c:v>0</c:v>
                </c:pt>
                <c:pt idx="10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9.8</c:v>
                </c:pt>
                <c:pt idx="1">
                  <c:v>25.8</c:v>
                </c:pt>
                <c:pt idx="2">
                  <c:v>25.1</c:v>
                </c:pt>
                <c:pt idx="3">
                  <c:v>1.9</c:v>
                </c:pt>
                <c:pt idx="4">
                  <c:v>3.3</c:v>
                </c:pt>
                <c:pt idx="5">
                  <c:v>6</c:v>
                </c:pt>
                <c:pt idx="6">
                  <c:v>2.6</c:v>
                </c:pt>
                <c:pt idx="7">
                  <c:v>38.7</c:v>
                </c:pt>
                <c:pt idx="8">
                  <c:v>9.4</c:v>
                </c:pt>
                <c:pt idx="9">
                  <c:v>23</c:v>
                </c:pt>
                <c:pt idx="10">
                  <c:v>5.8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E87B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008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8.4</c:v>
                </c:pt>
                <c:pt idx="1">
                  <c:v>5.8</c:v>
                </c:pt>
                <c:pt idx="2">
                  <c:v>0.6</c:v>
                </c:pt>
                <c:pt idx="3">
                  <c:v>13.8</c:v>
                </c:pt>
                <c:pt idx="4">
                  <c:v>0.6</c:v>
                </c:pt>
                <c:pt idx="5">
                  <c:v>2</c:v>
                </c:pt>
                <c:pt idx="6">
                  <c:v>0</c:v>
                </c:pt>
                <c:pt idx="7">
                  <c:v>2</c:v>
                </c:pt>
                <c:pt idx="8">
                  <c:v>1.2</c:v>
                </c:pt>
                <c:pt idx="9">
                  <c:v>0</c:v>
                </c:pt>
                <c:pt idx="10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9.8</c:v>
                </c:pt>
                <c:pt idx="1">
                  <c:v>25.8</c:v>
                </c:pt>
                <c:pt idx="2">
                  <c:v>25.1</c:v>
                </c:pt>
                <c:pt idx="3">
                  <c:v>1.9</c:v>
                </c:pt>
                <c:pt idx="4">
                  <c:v>3.3</c:v>
                </c:pt>
                <c:pt idx="5">
                  <c:v>6</c:v>
                </c:pt>
                <c:pt idx="6">
                  <c:v>2.6</c:v>
                </c:pt>
                <c:pt idx="7">
                  <c:v>38.7</c:v>
                </c:pt>
                <c:pt idx="8">
                  <c:v>9.4</c:v>
                </c:pt>
                <c:pt idx="9">
                  <c:v>23</c:v>
                </c:pt>
                <c:pt idx="10">
                  <c:v>5.8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1.9</c:v>
                </c:pt>
                <c:pt idx="1">
                  <c:v>4.3</c:v>
                </c:pt>
                <c:pt idx="2">
                  <c:v>3.9</c:v>
                </c:pt>
                <c:pt idx="3">
                  <c:v>1.4</c:v>
                </c:pt>
                <c:pt idx="4">
                  <c:v>12.8</c:v>
                </c:pt>
                <c:pt idx="5">
                  <c:v>11</c:v>
                </c:pt>
                <c:pt idx="6">
                  <c:v>30</c:v>
                </c:pt>
                <c:pt idx="7">
                  <c:v>3.3</c:v>
                </c:pt>
                <c:pt idx="8">
                  <c:v>5.3</c:v>
                </c:pt>
                <c:pt idx="9">
                  <c:v>11</c:v>
                </c:pt>
                <c:pt idx="10">
                  <c:v>14.7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E87B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008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8.4</c:v>
                </c:pt>
                <c:pt idx="1">
                  <c:v>5.8</c:v>
                </c:pt>
                <c:pt idx="2">
                  <c:v>0.6</c:v>
                </c:pt>
                <c:pt idx="3">
                  <c:v>13.8</c:v>
                </c:pt>
                <c:pt idx="4">
                  <c:v>0.6</c:v>
                </c:pt>
                <c:pt idx="5">
                  <c:v>2</c:v>
                </c:pt>
                <c:pt idx="6">
                  <c:v>0</c:v>
                </c:pt>
                <c:pt idx="7">
                  <c:v>2</c:v>
                </c:pt>
                <c:pt idx="8">
                  <c:v>1.2</c:v>
                </c:pt>
                <c:pt idx="9">
                  <c:v>0</c:v>
                </c:pt>
                <c:pt idx="10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9.8</c:v>
                </c:pt>
                <c:pt idx="1">
                  <c:v>25.8</c:v>
                </c:pt>
                <c:pt idx="2">
                  <c:v>25.1</c:v>
                </c:pt>
                <c:pt idx="3">
                  <c:v>1.9</c:v>
                </c:pt>
                <c:pt idx="4">
                  <c:v>3.3</c:v>
                </c:pt>
                <c:pt idx="5">
                  <c:v>6</c:v>
                </c:pt>
                <c:pt idx="6">
                  <c:v>2.6</c:v>
                </c:pt>
                <c:pt idx="7">
                  <c:v>38.7</c:v>
                </c:pt>
                <c:pt idx="8">
                  <c:v>9.4</c:v>
                </c:pt>
                <c:pt idx="9">
                  <c:v>23</c:v>
                </c:pt>
                <c:pt idx="10">
                  <c:v>5.8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1.9</c:v>
                </c:pt>
                <c:pt idx="1">
                  <c:v>4.3</c:v>
                </c:pt>
                <c:pt idx="2">
                  <c:v>3.9</c:v>
                </c:pt>
                <c:pt idx="3">
                  <c:v>1.4</c:v>
                </c:pt>
                <c:pt idx="4">
                  <c:v>12.8</c:v>
                </c:pt>
                <c:pt idx="5">
                  <c:v>11</c:v>
                </c:pt>
                <c:pt idx="6">
                  <c:v>30</c:v>
                </c:pt>
                <c:pt idx="7">
                  <c:v>3.3</c:v>
                </c:pt>
                <c:pt idx="8">
                  <c:v>5.3</c:v>
                </c:pt>
                <c:pt idx="9">
                  <c:v>11</c:v>
                </c:pt>
                <c:pt idx="10">
                  <c:v>14.7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</c:v>
                </c:pt>
                <c:pt idx="1">
                  <c:v>4.5</c:v>
                </c:pt>
                <c:pt idx="2">
                  <c:v>0.9</c:v>
                </c:pt>
                <c:pt idx="3">
                  <c:v>2.9</c:v>
                </c:pt>
                <c:pt idx="4">
                  <c:v>2.8</c:v>
                </c:pt>
                <c:pt idx="5">
                  <c:v>8</c:v>
                </c:pt>
                <c:pt idx="6">
                  <c:v>0</c:v>
                </c:pt>
                <c:pt idx="7">
                  <c:v>3.3</c:v>
                </c:pt>
                <c:pt idx="8">
                  <c:v>2.4</c:v>
                </c:pt>
                <c:pt idx="9">
                  <c:v>12</c:v>
                </c:pt>
                <c:pt idx="10">
                  <c:v>23.7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E87B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008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8.4</c:v>
                </c:pt>
                <c:pt idx="1">
                  <c:v>5.8</c:v>
                </c:pt>
                <c:pt idx="2">
                  <c:v>0.6</c:v>
                </c:pt>
                <c:pt idx="3">
                  <c:v>13.8</c:v>
                </c:pt>
                <c:pt idx="4">
                  <c:v>0.6</c:v>
                </c:pt>
                <c:pt idx="5">
                  <c:v>2</c:v>
                </c:pt>
                <c:pt idx="6">
                  <c:v>0</c:v>
                </c:pt>
                <c:pt idx="7">
                  <c:v>2</c:v>
                </c:pt>
                <c:pt idx="8">
                  <c:v>1.2</c:v>
                </c:pt>
                <c:pt idx="9">
                  <c:v>0</c:v>
                </c:pt>
                <c:pt idx="10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9.8</c:v>
                </c:pt>
                <c:pt idx="1">
                  <c:v>25.8</c:v>
                </c:pt>
                <c:pt idx="2">
                  <c:v>25.1</c:v>
                </c:pt>
                <c:pt idx="3">
                  <c:v>1.9</c:v>
                </c:pt>
                <c:pt idx="4">
                  <c:v>3.3</c:v>
                </c:pt>
                <c:pt idx="5">
                  <c:v>6</c:v>
                </c:pt>
                <c:pt idx="6">
                  <c:v>2.6</c:v>
                </c:pt>
                <c:pt idx="7">
                  <c:v>38.7</c:v>
                </c:pt>
                <c:pt idx="8">
                  <c:v>9.4</c:v>
                </c:pt>
                <c:pt idx="9">
                  <c:v>23</c:v>
                </c:pt>
                <c:pt idx="10">
                  <c:v>5.8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1.9</c:v>
                </c:pt>
                <c:pt idx="1">
                  <c:v>4.3</c:v>
                </c:pt>
                <c:pt idx="2">
                  <c:v>3.9</c:v>
                </c:pt>
                <c:pt idx="3">
                  <c:v>1.4</c:v>
                </c:pt>
                <c:pt idx="4">
                  <c:v>12.8</c:v>
                </c:pt>
                <c:pt idx="5">
                  <c:v>11</c:v>
                </c:pt>
                <c:pt idx="6">
                  <c:v>30</c:v>
                </c:pt>
                <c:pt idx="7">
                  <c:v>3.3</c:v>
                </c:pt>
                <c:pt idx="8">
                  <c:v>5.3</c:v>
                </c:pt>
                <c:pt idx="9">
                  <c:v>11</c:v>
                </c:pt>
                <c:pt idx="10">
                  <c:v>14.7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</c:v>
                </c:pt>
                <c:pt idx="1">
                  <c:v>4.5</c:v>
                </c:pt>
                <c:pt idx="2">
                  <c:v>0.9</c:v>
                </c:pt>
                <c:pt idx="3">
                  <c:v>2.9</c:v>
                </c:pt>
                <c:pt idx="4">
                  <c:v>2.8</c:v>
                </c:pt>
                <c:pt idx="5">
                  <c:v>8</c:v>
                </c:pt>
                <c:pt idx="6">
                  <c:v>0</c:v>
                </c:pt>
                <c:pt idx="7">
                  <c:v>3.3</c:v>
                </c:pt>
                <c:pt idx="8">
                  <c:v>2.4</c:v>
                </c:pt>
                <c:pt idx="9">
                  <c:v>12</c:v>
                </c:pt>
                <c:pt idx="10">
                  <c:v>23.7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E87B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1.5</c:v>
                </c:pt>
                <c:pt idx="1">
                  <c:v>1.5</c:v>
                </c:pt>
                <c:pt idx="2">
                  <c:v>0.1</c:v>
                </c:pt>
                <c:pt idx="3">
                  <c:v>2.4</c:v>
                </c:pt>
                <c:pt idx="4">
                  <c:v>2.6</c:v>
                </c:pt>
                <c:pt idx="5">
                  <c:v>3</c:v>
                </c:pt>
                <c:pt idx="6">
                  <c:v>1.1</c:v>
                </c:pt>
                <c:pt idx="7">
                  <c:v>6.7</c:v>
                </c:pt>
                <c:pt idx="8">
                  <c:v>1.8</c:v>
                </c:pt>
                <c:pt idx="9">
                  <c:v>40</c:v>
                </c:pt>
                <c:pt idx="10">
                  <c:v>4.2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008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8.4</c:v>
                </c:pt>
                <c:pt idx="1">
                  <c:v>5.8</c:v>
                </c:pt>
                <c:pt idx="2">
                  <c:v>0.6</c:v>
                </c:pt>
                <c:pt idx="3">
                  <c:v>13.8</c:v>
                </c:pt>
                <c:pt idx="4">
                  <c:v>0.6</c:v>
                </c:pt>
                <c:pt idx="5">
                  <c:v>2</c:v>
                </c:pt>
                <c:pt idx="6">
                  <c:v>0</c:v>
                </c:pt>
                <c:pt idx="7">
                  <c:v>2</c:v>
                </c:pt>
                <c:pt idx="8">
                  <c:v>1.2</c:v>
                </c:pt>
                <c:pt idx="9">
                  <c:v>0</c:v>
                </c:pt>
                <c:pt idx="10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9.8</c:v>
                </c:pt>
                <c:pt idx="1">
                  <c:v>25.8</c:v>
                </c:pt>
                <c:pt idx="2">
                  <c:v>25.1</c:v>
                </c:pt>
                <c:pt idx="3">
                  <c:v>1.9</c:v>
                </c:pt>
                <c:pt idx="4">
                  <c:v>3.3</c:v>
                </c:pt>
                <c:pt idx="5">
                  <c:v>6</c:v>
                </c:pt>
                <c:pt idx="6">
                  <c:v>2.6</c:v>
                </c:pt>
                <c:pt idx="7">
                  <c:v>38.7</c:v>
                </c:pt>
                <c:pt idx="8">
                  <c:v>9.4</c:v>
                </c:pt>
                <c:pt idx="9">
                  <c:v>23</c:v>
                </c:pt>
                <c:pt idx="10">
                  <c:v>5.8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1.9</c:v>
                </c:pt>
                <c:pt idx="1">
                  <c:v>4.3</c:v>
                </c:pt>
                <c:pt idx="2">
                  <c:v>3.9</c:v>
                </c:pt>
                <c:pt idx="3">
                  <c:v>1.4</c:v>
                </c:pt>
                <c:pt idx="4">
                  <c:v>12.8</c:v>
                </c:pt>
                <c:pt idx="5">
                  <c:v>11</c:v>
                </c:pt>
                <c:pt idx="6">
                  <c:v>30</c:v>
                </c:pt>
                <c:pt idx="7">
                  <c:v>3.3</c:v>
                </c:pt>
                <c:pt idx="8">
                  <c:v>5.3</c:v>
                </c:pt>
                <c:pt idx="9">
                  <c:v>11</c:v>
                </c:pt>
                <c:pt idx="10">
                  <c:v>14.7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</c:v>
                </c:pt>
                <c:pt idx="1">
                  <c:v>4.5</c:v>
                </c:pt>
                <c:pt idx="2">
                  <c:v>0.9</c:v>
                </c:pt>
                <c:pt idx="3">
                  <c:v>2.9</c:v>
                </c:pt>
                <c:pt idx="4">
                  <c:v>2.8</c:v>
                </c:pt>
                <c:pt idx="5">
                  <c:v>8</c:v>
                </c:pt>
                <c:pt idx="6">
                  <c:v>0</c:v>
                </c:pt>
                <c:pt idx="7">
                  <c:v>3.3</c:v>
                </c:pt>
                <c:pt idx="8">
                  <c:v>2.4</c:v>
                </c:pt>
                <c:pt idx="9">
                  <c:v>12</c:v>
                </c:pt>
                <c:pt idx="10">
                  <c:v>23.7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E87B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1.5</c:v>
                </c:pt>
                <c:pt idx="1">
                  <c:v>1.5</c:v>
                </c:pt>
                <c:pt idx="2">
                  <c:v>0.1</c:v>
                </c:pt>
                <c:pt idx="3">
                  <c:v>2.4</c:v>
                </c:pt>
                <c:pt idx="4">
                  <c:v>2.6</c:v>
                </c:pt>
                <c:pt idx="5">
                  <c:v>3</c:v>
                </c:pt>
                <c:pt idx="6">
                  <c:v>1.1</c:v>
                </c:pt>
                <c:pt idx="7">
                  <c:v>6.7</c:v>
                </c:pt>
                <c:pt idx="8">
                  <c:v>1.8</c:v>
                </c:pt>
                <c:pt idx="9">
                  <c:v>40</c:v>
                </c:pt>
                <c:pt idx="10">
                  <c:v>4.2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008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4.4</c:v>
                </c:pt>
                <c:pt idx="1">
                  <c:v>10.2</c:v>
                </c:pt>
                <c:pt idx="2">
                  <c:v>9.8</c:v>
                </c:pt>
                <c:pt idx="3">
                  <c:v>2.4</c:v>
                </c:pt>
                <c:pt idx="4">
                  <c:v>27.5</c:v>
                </c:pt>
                <c:pt idx="5">
                  <c:v>0</c:v>
                </c:pt>
                <c:pt idx="6">
                  <c:v>8.4</c:v>
                </c:pt>
                <c:pt idx="7">
                  <c:v>5.3</c:v>
                </c:pt>
                <c:pt idx="8">
                  <c:v>17.6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15〜17歳）</a:t>
            </a:r>
            <a:endParaRPr lang="en-US" sz="2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6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15〜17歳）</a:t>
            </a:r>
            <a:endParaRPr lang="en-US" sz="2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6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7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15〜17歳）</a:t>
            </a:r>
            <a:endParaRPr lang="en-US" sz="2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6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7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8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A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15〜17歳）</a:t>
            </a:r>
            <a:endParaRPr lang="en-US" sz="2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6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7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8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A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9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A1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15〜17歳）</a:t>
            </a:r>
            <a:endParaRPr lang="en-US" sz="2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6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7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8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A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9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A1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0" name="Dish4"/>
          <p:cNvSpPr txBox="1"/>
          <p:nvPr/>
        </p:nvSpPr>
        <p:spPr>
          <a:xfrm>
            <a:off x="946404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BA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オレンジ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15〜17歳）</a:t>
            </a:r>
            <a:endParaRPr lang="en-US" sz="2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6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7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8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A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9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A1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0" name="Dish4"/>
          <p:cNvSpPr txBox="1"/>
          <p:nvPr/>
        </p:nvSpPr>
        <p:spPr>
          <a:xfrm>
            <a:off x="946404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BA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オレンジ</a:t>
            </a:r>
            <a:endParaRPr lang="en-US" sz="1600" dirty="0"/>
          </a:p>
        </p:txBody>
      </p:sp>
      <p:sp>
        <p:nvSpPr>
          <p:cNvPr id="11" name="Dish5"/>
          <p:cNvSpPr txBox="1"/>
          <p:nvPr/>
        </p:nvSpPr>
        <p:spPr>
          <a:xfrm>
            <a:off x="9464040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3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牛乳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2026-09-28T00:27:38Z</dcterms:created>
  <dcterms:modified xsi:type="dcterms:W3CDTF">2026-09-28T00:27:38Z</dcterms:modified>
</cp:coreProperties>
</file>