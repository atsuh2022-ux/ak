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アスリートを支えるトータルコンディショニング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355848" y="1005840"/>
            <a:ext cx="5486400" cy="5486400"/>
          </a:xfrm>
          <a:prstGeom prst="ellipse">
            <a:avLst/>
          </a:prstGeom>
          <a:ln w="127000">
            <a:solidFill>
              <a:srgbClr val="D726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18697" y="212140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262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8425" y="2212848"/>
            <a:ext cx="292608" cy="2926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81246" y="915243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262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974" y="1006683"/>
            <a:ext cx="292608" cy="292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04786" y="915243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262E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514" y="1006683"/>
            <a:ext cx="292608" cy="29260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467335" y="212140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262E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063" y="2212848"/>
            <a:ext cx="292608" cy="292608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265251" y="443123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262E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4979" y="4522678"/>
            <a:ext cx="292608" cy="292608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079721" y="5594421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262E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9449" y="5685861"/>
            <a:ext cx="292608" cy="292608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7606311" y="5594421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262E"/>
            </a:solidFill>
            <a:prstDash val="solid"/>
          </a:ln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6039" y="5685861"/>
            <a:ext cx="292608" cy="292608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8420781" y="4431238"/>
            <a:ext cx="512064" cy="51206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262E"/>
            </a:solidFill>
            <a:prstDash val="solid"/>
          </a:ln>
        </p:spPr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0509" y="4522678"/>
            <a:ext cx="292608" cy="292608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5413248" y="4590288"/>
            <a:ext cx="1371600" cy="1600200"/>
          </a:xfrm>
          <a:prstGeom prst="upArrow">
            <a:avLst/>
          </a:prstGeom>
          <a:solidFill>
            <a:srgbClr val="D7262E"/>
          </a:solidFill>
          <a:ln w="12700">
            <a:solidFill>
              <a:srgbClr val="D7262E"/>
            </a:solidFill>
            <a:prstDash val="solid"/>
          </a:ln>
        </p:spPr>
      </p:sp>
      <p:sp>
        <p:nvSpPr>
          <p:cNvPr id="21" name="Text 11"/>
          <p:cNvSpPr/>
          <p:nvPr/>
        </p:nvSpPr>
        <p:spPr>
          <a:xfrm>
            <a:off x="4361688" y="6190488"/>
            <a:ext cx="3474720" cy="566928"/>
          </a:xfrm>
          <a:prstGeom prst="roundRect">
            <a:avLst>
              <a:gd name="adj" fmla="val 50000"/>
            </a:avLst>
          </a:prstGeom>
          <a:solidFill>
            <a:srgbClr val="D7262E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トータルコンディショニング</a:t>
            </a:r>
            <a:endParaRPr lang="en-US" sz="1800" dirty="0"/>
          </a:p>
        </p:txBody>
      </p:sp>
      <p:sp>
        <p:nvSpPr>
          <p:cNvPr id="22" name="Shape 12"/>
          <p:cNvSpPr/>
          <p:nvPr/>
        </p:nvSpPr>
        <p:spPr>
          <a:xfrm>
            <a:off x="5664708" y="144018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31750">
            <a:solidFill>
              <a:srgbClr val="D7262E"/>
            </a:solidFill>
            <a:prstDash val="solid"/>
          </a:ln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4728" y="1600200"/>
            <a:ext cx="548640" cy="54864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5184648" y="10561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フィジカル</a:t>
            </a:r>
            <a:endParaRPr lang="en-US" sz="1500" dirty="0"/>
          </a:p>
        </p:txBody>
      </p:sp>
      <p:sp>
        <p:nvSpPr>
          <p:cNvPr id="25" name="Shape 14"/>
          <p:cNvSpPr/>
          <p:nvPr/>
        </p:nvSpPr>
        <p:spPr>
          <a:xfrm>
            <a:off x="6016752" y="2418588"/>
            <a:ext cx="914" cy="489204"/>
          </a:xfrm>
          <a:prstGeom prst="line">
            <a:avLst/>
          </a:prstGeom>
          <a:noFill/>
          <a:ln w="38100">
            <a:solidFill>
              <a:srgbClr val="D7262E"/>
            </a:solidFill>
            <a:prstDash val="solid"/>
            <a:tailEnd type="triangle"/>
          </a:ln>
        </p:spPr>
      </p:sp>
      <p:sp>
        <p:nvSpPr>
          <p:cNvPr id="26" name="Shape 15"/>
          <p:cNvSpPr/>
          <p:nvPr/>
        </p:nvSpPr>
        <p:spPr>
          <a:xfrm flipV="1">
            <a:off x="6181344" y="2418588"/>
            <a:ext cx="914" cy="489204"/>
          </a:xfrm>
          <a:prstGeom prst="line">
            <a:avLst/>
          </a:prstGeom>
          <a:noFill/>
          <a:ln w="381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27" name="Shape 16"/>
          <p:cNvSpPr/>
          <p:nvPr/>
        </p:nvSpPr>
        <p:spPr>
          <a:xfrm>
            <a:off x="7057748" y="2060401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31750">
            <a:solidFill>
              <a:srgbClr val="D7262E"/>
            </a:solidFill>
            <a:prstDash val="solid"/>
          </a:ln>
        </p:spPr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7768" y="2220421"/>
            <a:ext cx="548640" cy="548640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6577688" y="167635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メンタル</a:t>
            </a:r>
            <a:endParaRPr lang="en-US" sz="1500" dirty="0"/>
          </a:p>
        </p:txBody>
      </p:sp>
      <p:sp>
        <p:nvSpPr>
          <p:cNvPr id="30" name="Shape 18"/>
          <p:cNvSpPr/>
          <p:nvPr/>
        </p:nvSpPr>
        <p:spPr>
          <a:xfrm flipH="1">
            <a:off x="6669150" y="2797636"/>
            <a:ext cx="363549" cy="327341"/>
          </a:xfrm>
          <a:prstGeom prst="line">
            <a:avLst/>
          </a:prstGeom>
          <a:noFill/>
          <a:ln w="38100">
            <a:solidFill>
              <a:srgbClr val="D7262E"/>
            </a:solidFill>
            <a:prstDash val="solid"/>
            <a:tailEnd type="triangle"/>
          </a:ln>
        </p:spPr>
      </p:sp>
      <p:sp>
        <p:nvSpPr>
          <p:cNvPr id="31" name="Shape 19"/>
          <p:cNvSpPr/>
          <p:nvPr/>
        </p:nvSpPr>
        <p:spPr>
          <a:xfrm flipV="1">
            <a:off x="6779284" y="2919952"/>
            <a:ext cx="363549" cy="327341"/>
          </a:xfrm>
          <a:prstGeom prst="line">
            <a:avLst/>
          </a:prstGeom>
          <a:noFill/>
          <a:ln w="381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32" name="Shape 20"/>
          <p:cNvSpPr/>
          <p:nvPr/>
        </p:nvSpPr>
        <p:spPr>
          <a:xfrm>
            <a:off x="7539228" y="331470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31750">
            <a:solidFill>
              <a:srgbClr val="D7262E"/>
            </a:solidFill>
            <a:prstDash val="solid"/>
          </a:ln>
        </p:spPr>
      </p:sp>
      <p:pic>
        <p:nvPicPr>
          <p:cNvPr id="3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99248" y="3474720"/>
            <a:ext cx="548640" cy="54864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7059168" y="29306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栄養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 flipH="1">
            <a:off x="6940296" y="3666744"/>
            <a:ext cx="489204" cy="914"/>
          </a:xfrm>
          <a:prstGeom prst="line">
            <a:avLst/>
          </a:prstGeom>
          <a:noFill/>
          <a:ln w="38100">
            <a:solidFill>
              <a:srgbClr val="D7262E"/>
            </a:solidFill>
            <a:prstDash val="solid"/>
            <a:tailEnd type="triangle"/>
          </a:ln>
        </p:spPr>
      </p:sp>
      <p:sp>
        <p:nvSpPr>
          <p:cNvPr id="36" name="Shape 23"/>
          <p:cNvSpPr/>
          <p:nvPr/>
        </p:nvSpPr>
        <p:spPr>
          <a:xfrm>
            <a:off x="6940296" y="3831336"/>
            <a:ext cx="489204" cy="914"/>
          </a:xfrm>
          <a:prstGeom prst="line">
            <a:avLst/>
          </a:prstGeom>
          <a:noFill/>
          <a:ln w="381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37" name="Shape 24"/>
          <p:cNvSpPr/>
          <p:nvPr/>
        </p:nvSpPr>
        <p:spPr>
          <a:xfrm>
            <a:off x="7057748" y="4568999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31750">
            <a:solidFill>
              <a:srgbClr val="D7262E"/>
            </a:solidFill>
            <a:prstDash val="solid"/>
          </a:ln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7768" y="4729019"/>
            <a:ext cx="548640" cy="548640"/>
          </a:xfrm>
          <a:prstGeom prst="rect">
            <a:avLst/>
          </a:prstGeom>
        </p:spPr>
      </p:pic>
      <p:sp>
        <p:nvSpPr>
          <p:cNvPr id="39" name="Text 25"/>
          <p:cNvSpPr txBox="1"/>
          <p:nvPr/>
        </p:nvSpPr>
        <p:spPr>
          <a:xfrm>
            <a:off x="6577688" y="4184951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</a:t>
            </a:r>
            <a:endParaRPr lang="en-US" sz="1500" dirty="0"/>
          </a:p>
        </p:txBody>
      </p:sp>
      <p:sp>
        <p:nvSpPr>
          <p:cNvPr id="40" name="Shape 26"/>
          <p:cNvSpPr/>
          <p:nvPr/>
        </p:nvSpPr>
        <p:spPr>
          <a:xfrm flipH="1" flipV="1">
            <a:off x="6779284" y="4250787"/>
            <a:ext cx="363549" cy="327341"/>
          </a:xfrm>
          <a:prstGeom prst="line">
            <a:avLst/>
          </a:prstGeom>
          <a:noFill/>
          <a:ln w="38100">
            <a:solidFill>
              <a:srgbClr val="D7262E"/>
            </a:solidFill>
            <a:prstDash val="solid"/>
            <a:tailEnd type="triangle"/>
          </a:ln>
        </p:spPr>
      </p:sp>
      <p:sp>
        <p:nvSpPr>
          <p:cNvPr id="41" name="Shape 27"/>
          <p:cNvSpPr/>
          <p:nvPr/>
        </p:nvSpPr>
        <p:spPr>
          <a:xfrm>
            <a:off x="6669150" y="4373103"/>
            <a:ext cx="363549" cy="327341"/>
          </a:xfrm>
          <a:prstGeom prst="line">
            <a:avLst/>
          </a:prstGeom>
          <a:noFill/>
          <a:ln w="381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42" name="Shape 28"/>
          <p:cNvSpPr/>
          <p:nvPr/>
        </p:nvSpPr>
        <p:spPr>
          <a:xfrm>
            <a:off x="4271668" y="4568999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31750">
            <a:solidFill>
              <a:srgbClr val="D7262E"/>
            </a:solidFill>
            <a:prstDash val="solid"/>
          </a:ln>
        </p:spPr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1688" y="4729019"/>
            <a:ext cx="548640" cy="548640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3791608" y="4184951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睡眠</a:t>
            </a:r>
            <a:endParaRPr lang="en-US" sz="1500" dirty="0"/>
          </a:p>
        </p:txBody>
      </p:sp>
      <p:sp>
        <p:nvSpPr>
          <p:cNvPr id="45" name="Shape 30"/>
          <p:cNvSpPr/>
          <p:nvPr/>
        </p:nvSpPr>
        <p:spPr>
          <a:xfrm flipV="1">
            <a:off x="5165396" y="4373103"/>
            <a:ext cx="363549" cy="327341"/>
          </a:xfrm>
          <a:prstGeom prst="line">
            <a:avLst/>
          </a:prstGeom>
          <a:noFill/>
          <a:ln w="38100">
            <a:solidFill>
              <a:srgbClr val="D7262E"/>
            </a:solidFill>
            <a:prstDash val="solid"/>
            <a:tailEnd type="triangle"/>
          </a:ln>
        </p:spPr>
      </p:sp>
      <p:sp>
        <p:nvSpPr>
          <p:cNvPr id="46" name="Shape 31"/>
          <p:cNvSpPr/>
          <p:nvPr/>
        </p:nvSpPr>
        <p:spPr>
          <a:xfrm flipH="1">
            <a:off x="5055263" y="4250787"/>
            <a:ext cx="363549" cy="327341"/>
          </a:xfrm>
          <a:prstGeom prst="line">
            <a:avLst/>
          </a:prstGeom>
          <a:noFill/>
          <a:ln w="381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47" name="Shape 32"/>
          <p:cNvSpPr/>
          <p:nvPr/>
        </p:nvSpPr>
        <p:spPr>
          <a:xfrm>
            <a:off x="3790188" y="331470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31750">
            <a:solidFill>
              <a:srgbClr val="D7262E"/>
            </a:solidFill>
            <a:prstDash val="solid"/>
          </a:ln>
        </p:spPr>
      </p:sp>
      <p:pic>
        <p:nvPicPr>
          <p:cNvPr id="4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50208" y="3474720"/>
            <a:ext cx="548640" cy="548640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3310128" y="29306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トレーニング</a:t>
            </a:r>
            <a:endParaRPr lang="en-US" sz="1500" dirty="0"/>
          </a:p>
        </p:txBody>
      </p:sp>
      <p:sp>
        <p:nvSpPr>
          <p:cNvPr id="50" name="Shape 34"/>
          <p:cNvSpPr/>
          <p:nvPr/>
        </p:nvSpPr>
        <p:spPr>
          <a:xfrm>
            <a:off x="4768596" y="3831336"/>
            <a:ext cx="489204" cy="914"/>
          </a:xfrm>
          <a:prstGeom prst="line">
            <a:avLst/>
          </a:prstGeom>
          <a:noFill/>
          <a:ln w="38100">
            <a:solidFill>
              <a:srgbClr val="D7262E"/>
            </a:solidFill>
            <a:prstDash val="solid"/>
            <a:tailEnd type="triangle"/>
          </a:ln>
        </p:spPr>
      </p:sp>
      <p:sp>
        <p:nvSpPr>
          <p:cNvPr id="51" name="Shape 35"/>
          <p:cNvSpPr/>
          <p:nvPr/>
        </p:nvSpPr>
        <p:spPr>
          <a:xfrm flipH="1">
            <a:off x="4768596" y="3666744"/>
            <a:ext cx="489204" cy="914"/>
          </a:xfrm>
          <a:prstGeom prst="line">
            <a:avLst/>
          </a:prstGeom>
          <a:noFill/>
          <a:ln w="381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52" name="Shape 36"/>
          <p:cNvSpPr/>
          <p:nvPr/>
        </p:nvSpPr>
        <p:spPr>
          <a:xfrm>
            <a:off x="4271668" y="2060401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31750">
            <a:solidFill>
              <a:srgbClr val="D7262E"/>
            </a:solidFill>
            <a:prstDash val="solid"/>
          </a:ln>
        </p:spPr>
      </p:sp>
      <p:pic>
        <p:nvPicPr>
          <p:cNvPr id="5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31688" y="2220421"/>
            <a:ext cx="548640" cy="548640"/>
          </a:xfrm>
          <a:prstGeom prst="rect">
            <a:avLst/>
          </a:prstGeom>
        </p:spPr>
      </p:pic>
      <p:sp>
        <p:nvSpPr>
          <p:cNvPr id="54" name="Text 37"/>
          <p:cNvSpPr txBox="1"/>
          <p:nvPr/>
        </p:nvSpPr>
        <p:spPr>
          <a:xfrm>
            <a:off x="3791608" y="167635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メディカル</a:t>
            </a:r>
            <a:endParaRPr lang="en-US" sz="1500" dirty="0"/>
          </a:p>
        </p:txBody>
      </p:sp>
      <p:sp>
        <p:nvSpPr>
          <p:cNvPr id="55" name="Shape 38"/>
          <p:cNvSpPr/>
          <p:nvPr/>
        </p:nvSpPr>
        <p:spPr>
          <a:xfrm>
            <a:off x="5055263" y="2919952"/>
            <a:ext cx="363549" cy="327341"/>
          </a:xfrm>
          <a:prstGeom prst="line">
            <a:avLst/>
          </a:prstGeom>
          <a:noFill/>
          <a:ln w="38100">
            <a:solidFill>
              <a:srgbClr val="D7262E"/>
            </a:solidFill>
            <a:prstDash val="solid"/>
            <a:tailEnd type="triangle"/>
          </a:ln>
        </p:spPr>
      </p:sp>
      <p:sp>
        <p:nvSpPr>
          <p:cNvPr id="56" name="Shape 39"/>
          <p:cNvSpPr/>
          <p:nvPr/>
        </p:nvSpPr>
        <p:spPr>
          <a:xfrm flipH="1" flipV="1">
            <a:off x="5165396" y="2797636"/>
            <a:ext cx="363549" cy="327341"/>
          </a:xfrm>
          <a:prstGeom prst="line">
            <a:avLst/>
          </a:prstGeom>
          <a:noFill/>
          <a:ln w="38100">
            <a:solidFill>
              <a:srgbClr val="8A8A8A"/>
            </a:solidFill>
            <a:prstDash val="solid"/>
            <a:tailEnd type="triangle"/>
          </a:ln>
        </p:spPr>
      </p:sp>
      <p:sp>
        <p:nvSpPr>
          <p:cNvPr id="57" name="Shape 40"/>
          <p:cNvSpPr/>
          <p:nvPr/>
        </p:nvSpPr>
        <p:spPr>
          <a:xfrm>
            <a:off x="5367528" y="3017520"/>
            <a:ext cx="1463040" cy="146304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8A8A8A"/>
            </a:solidFill>
            <a:prstDash val="solid"/>
          </a:ln>
        </p:spPr>
      </p:sp>
      <p:pic>
        <p:nvPicPr>
          <p:cNvPr id="5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51576" y="3246120"/>
            <a:ext cx="694944" cy="694944"/>
          </a:xfrm>
          <a:prstGeom prst="rect">
            <a:avLst/>
          </a:prstGeom>
        </p:spPr>
      </p:pic>
      <p:sp>
        <p:nvSpPr>
          <p:cNvPr id="59" name="Text 41"/>
          <p:cNvSpPr txBox="1"/>
          <p:nvPr/>
        </p:nvSpPr>
        <p:spPr>
          <a:xfrm>
            <a:off x="5367528" y="3977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アスリート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2026-09-28T02:21:48Z</dcterms:created>
  <dcterms:modified xsi:type="dcterms:W3CDTF">2026-09-28T02:21:48Z</dcterms:modified>
</cp:coreProperties>
</file>