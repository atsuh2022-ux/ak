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11680" y="2743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アスリートが食事を工夫すると、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どんな良いことがあるのか？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143000" y="1623060"/>
            <a:ext cx="3200400" cy="2331720"/>
          </a:xfrm>
          <a:prstGeom prst="ellipse">
            <a:avLst/>
          </a:prstGeom>
          <a:solidFill>
            <a:srgbClr val="FFF0C8"/>
          </a:solidFill>
          <a:ln w="12700">
            <a:solidFill>
              <a:srgbClr val="FFF0C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874520"/>
            <a:ext cx="822960" cy="8229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71600" y="2788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コンディション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を整える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589520" y="1348740"/>
            <a:ext cx="3200400" cy="2331720"/>
          </a:xfrm>
          <a:prstGeom prst="ellipse">
            <a:avLst/>
          </a:prstGeom>
          <a:solidFill>
            <a:srgbClr val="FFF0C8"/>
          </a:solidFill>
          <a:ln w="12700">
            <a:solidFill>
              <a:srgbClr val="FFF0C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600200"/>
            <a:ext cx="822960" cy="8229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818120" y="2514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身体を大きくする</a:t>
            </a:r>
            <a:endParaRPr lang="en-US" sz="2000" dirty="0"/>
          </a:p>
        </p:txBody>
      </p:sp>
      <p:sp>
        <p:nvSpPr>
          <p:cNvPr id="10" name="Shape 5"/>
          <p:cNvSpPr/>
          <p:nvPr/>
        </p:nvSpPr>
        <p:spPr>
          <a:xfrm>
            <a:off x="4663440" y="2674620"/>
            <a:ext cx="3200400" cy="2331720"/>
          </a:xfrm>
          <a:prstGeom prst="ellipse">
            <a:avLst/>
          </a:prstGeom>
          <a:solidFill>
            <a:srgbClr val="FFF0C8"/>
          </a:solidFill>
          <a:ln w="12700">
            <a:solidFill>
              <a:srgbClr val="FFF0C8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26080"/>
            <a:ext cx="822960" cy="8229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892040" y="3840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減量する</a:t>
            </a:r>
            <a:endParaRPr lang="en-US" sz="2000" dirty="0"/>
          </a:p>
        </p:txBody>
      </p:sp>
      <p:sp>
        <p:nvSpPr>
          <p:cNvPr id="13" name="Shape 7"/>
          <p:cNvSpPr/>
          <p:nvPr/>
        </p:nvSpPr>
        <p:spPr>
          <a:xfrm>
            <a:off x="1828800" y="4137660"/>
            <a:ext cx="3200400" cy="2331720"/>
          </a:xfrm>
          <a:prstGeom prst="ellipse">
            <a:avLst/>
          </a:prstGeom>
          <a:solidFill>
            <a:srgbClr val="FFF0C8"/>
          </a:solidFill>
          <a:ln w="12700">
            <a:solidFill>
              <a:srgbClr val="FFF0C8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4389120"/>
            <a:ext cx="822960" cy="82296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2057400" y="5303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素早く回復する</a:t>
            </a:r>
            <a:endParaRPr lang="en-US" sz="2000" dirty="0"/>
          </a:p>
        </p:txBody>
      </p:sp>
      <p:sp>
        <p:nvSpPr>
          <p:cNvPr id="16" name="Shape 9"/>
          <p:cNvSpPr/>
          <p:nvPr/>
        </p:nvSpPr>
        <p:spPr>
          <a:xfrm>
            <a:off x="8229600" y="3909060"/>
            <a:ext cx="3200400" cy="2331720"/>
          </a:xfrm>
          <a:prstGeom prst="ellipse">
            <a:avLst/>
          </a:prstGeom>
          <a:solidFill>
            <a:srgbClr val="FFF0C8"/>
          </a:solidFill>
          <a:ln w="12700">
            <a:solidFill>
              <a:srgbClr val="FFF0C8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4160520"/>
            <a:ext cx="822960" cy="82296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458200" y="5074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トレーニング効果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を高める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2026-09-28T02:31:59Z</dcterms:created>
  <dcterms:modified xsi:type="dcterms:W3CDTF">2026-09-28T02:31:59Z</dcterms:modified>
</cp:coreProperties>
</file>