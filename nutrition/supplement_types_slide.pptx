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スポーツフード・サプリメントの種類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206240" cy="4846320"/>
          </a:xfrm>
          <a:prstGeom prst="ellipse">
            <a:avLst/>
          </a:prstGeom>
          <a:solidFill>
            <a:srgbClr val="F6C9AE">
              <a:alpha val="55000"/>
            </a:srgbClr>
          </a:solidFill>
          <a:ln w="38100">
            <a:solidFill>
              <a:srgbClr val="C056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1325880"/>
            <a:ext cx="4206240" cy="4846320"/>
          </a:xfrm>
          <a:prstGeom prst="ellipse">
            <a:avLst/>
          </a:prstGeom>
          <a:solidFill>
            <a:srgbClr val="B9D1EE">
              <a:alpha val="55000"/>
            </a:srgbClr>
          </a:solidFill>
          <a:ln w="38100">
            <a:solidFill>
              <a:srgbClr val="2F639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1965960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32918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5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ダイエタリー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C05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サプリメント</a:t>
            </a:r>
            <a:endParaRPr lang="en-US" sz="2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460" y="4617720"/>
            <a:ext cx="685800" cy="6858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300" y="2148840"/>
            <a:ext cx="594360" cy="5943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108960" y="32918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B3F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スポーツ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6B3F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フード</a:t>
            </a:r>
            <a:endParaRPr lang="en-US" sz="1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544" y="4434840"/>
            <a:ext cx="566928" cy="566928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4488" y="4434840"/>
            <a:ext cx="566928" cy="566928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0700" y="1965960"/>
            <a:ext cx="685800" cy="685800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4754880" y="3291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3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パフォーマンス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F63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サプリメント</a:t>
            </a:r>
            <a:endParaRPr lang="en-US" sz="200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0700" y="4617720"/>
            <a:ext cx="685800" cy="685800"/>
          </a:xfrm>
          <a:prstGeom prst="rect">
            <a:avLst/>
          </a:prstGeom>
        </p:spPr>
      </p:pic>
      <p:sp>
        <p:nvSpPr>
          <p:cNvPr id="15" name="Shape 6"/>
          <p:cNvSpPr/>
          <p:nvPr/>
        </p:nvSpPr>
        <p:spPr>
          <a:xfrm>
            <a:off x="7635240" y="1325880"/>
            <a:ext cx="4160520" cy="1481328"/>
          </a:xfrm>
          <a:prstGeom prst="roundRect">
            <a:avLst>
              <a:gd name="adj" fmla="val 7407"/>
            </a:avLst>
          </a:prstGeom>
          <a:solidFill>
            <a:srgbClr val="EFE8F7"/>
          </a:solidFill>
          <a:ln w="12700">
            <a:solidFill>
              <a:srgbClr val="EFE8F7"/>
            </a:solidFill>
            <a:prstDash val="solid"/>
          </a:ln>
        </p:spPr>
      </p:sp>
      <p:sp>
        <p:nvSpPr>
          <p:cNvPr id="16" name="Text 7"/>
          <p:cNvSpPr/>
          <p:nvPr/>
        </p:nvSpPr>
        <p:spPr>
          <a:xfrm>
            <a:off x="7818120" y="1490472"/>
            <a:ext cx="420624" cy="420624"/>
          </a:xfrm>
          <a:prstGeom prst="ellipse">
            <a:avLst/>
          </a:prstGeom>
          <a:solidFill>
            <a:srgbClr val="6B3F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8366760" y="14447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3F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スポーツフード</a:t>
            </a:r>
            <a:endParaRPr lang="en-US" sz="1800" dirty="0"/>
          </a:p>
        </p:txBody>
      </p:sp>
      <p:sp>
        <p:nvSpPr>
          <p:cNvPr id="18" name="Text 9"/>
          <p:cNvSpPr txBox="1"/>
          <p:nvPr/>
        </p:nvSpPr>
        <p:spPr>
          <a:xfrm>
            <a:off x="7863840" y="198424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運動に必要なエネルギーや栄養素を手軽にとるための食品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A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例：スポーツドリンク、ゼリー飲料、プロテイン</a:t>
            </a:r>
            <a:endParaRPr lang="en-US" sz="1300" dirty="0"/>
          </a:p>
        </p:txBody>
      </p:sp>
      <p:sp>
        <p:nvSpPr>
          <p:cNvPr id="19" name="Shape 10"/>
          <p:cNvSpPr/>
          <p:nvPr/>
        </p:nvSpPr>
        <p:spPr>
          <a:xfrm>
            <a:off x="7635240" y="2953512"/>
            <a:ext cx="4160520" cy="1481328"/>
          </a:xfrm>
          <a:prstGeom prst="roundRect">
            <a:avLst>
              <a:gd name="adj" fmla="val 7407"/>
            </a:avLst>
          </a:prstGeom>
          <a:solidFill>
            <a:srgbClr val="FCEDE3"/>
          </a:solidFill>
          <a:ln w="12700">
            <a:solidFill>
              <a:srgbClr val="FCEDE3"/>
            </a:solidFill>
            <a:prstDash val="solid"/>
          </a:ln>
        </p:spPr>
      </p:sp>
      <p:sp>
        <p:nvSpPr>
          <p:cNvPr id="20" name="Text 11"/>
          <p:cNvSpPr/>
          <p:nvPr/>
        </p:nvSpPr>
        <p:spPr>
          <a:xfrm>
            <a:off x="7818120" y="3118104"/>
            <a:ext cx="420624" cy="420624"/>
          </a:xfrm>
          <a:prstGeom prst="ellipse">
            <a:avLst/>
          </a:prstGeom>
          <a:solidFill>
            <a:srgbClr val="C056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2"/>
          <p:cNvSpPr txBox="1"/>
          <p:nvPr/>
        </p:nvSpPr>
        <p:spPr>
          <a:xfrm>
            <a:off x="8366760" y="307238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5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ダイエタリーサプリメント</a:t>
            </a:r>
            <a:endParaRPr lang="en-US" sz="1800" dirty="0"/>
          </a:p>
        </p:txBody>
      </p:sp>
      <p:sp>
        <p:nvSpPr>
          <p:cNvPr id="22" name="Text 13"/>
          <p:cNvSpPr txBox="1"/>
          <p:nvPr/>
        </p:nvSpPr>
        <p:spPr>
          <a:xfrm>
            <a:off x="7863840" y="361188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不足しがちなビタミン・ミネラルを補うもの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A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例：ビタミン剤、カルシウム</a:t>
            </a:r>
            <a:endParaRPr lang="en-US" sz="1300" dirty="0"/>
          </a:p>
        </p:txBody>
      </p:sp>
      <p:sp>
        <p:nvSpPr>
          <p:cNvPr id="23" name="Shape 14"/>
          <p:cNvSpPr/>
          <p:nvPr/>
        </p:nvSpPr>
        <p:spPr>
          <a:xfrm>
            <a:off x="7635240" y="4581144"/>
            <a:ext cx="4160520" cy="1481328"/>
          </a:xfrm>
          <a:prstGeom prst="roundRect">
            <a:avLst>
              <a:gd name="adj" fmla="val 7407"/>
            </a:avLst>
          </a:prstGeom>
          <a:solidFill>
            <a:srgbClr val="E6EFF9"/>
          </a:solidFill>
          <a:ln w="12700">
            <a:solidFill>
              <a:srgbClr val="E6EFF9"/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7818120" y="4745736"/>
            <a:ext cx="420624" cy="420624"/>
          </a:xfrm>
          <a:prstGeom prst="ellipse">
            <a:avLst/>
          </a:prstGeom>
          <a:solidFill>
            <a:srgbClr val="2F63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16"/>
          <p:cNvSpPr txBox="1"/>
          <p:nvPr/>
        </p:nvSpPr>
        <p:spPr>
          <a:xfrm>
            <a:off x="8366760" y="470001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63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パフォーマンスサプリメント</a:t>
            </a:r>
            <a:endParaRPr lang="en-US" sz="1800" dirty="0"/>
          </a:p>
        </p:txBody>
      </p:sp>
      <p:sp>
        <p:nvSpPr>
          <p:cNvPr id="26" name="Text 17"/>
          <p:cNvSpPr txBox="1"/>
          <p:nvPr/>
        </p:nvSpPr>
        <p:spPr>
          <a:xfrm>
            <a:off x="7863840" y="523951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競技力（パフォーマンス）の向上をねらうもの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A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例：クレアチン、カフェイン</a:t>
            </a:r>
            <a:endParaRPr lang="en-US" sz="1300" dirty="0"/>
          </a:p>
        </p:txBody>
      </p:sp>
      <p:sp>
        <p:nvSpPr>
          <p:cNvPr id="27" name="Text 18"/>
          <p:cNvSpPr txBox="1"/>
          <p:nvPr/>
        </p:nvSpPr>
        <p:spPr>
          <a:xfrm>
            <a:off x="7635240" y="62636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ジュニア期は、まず毎日の食事から！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2026-09-28T11:26:38Z</dcterms:created>
  <dcterms:modified xsi:type="dcterms:W3CDTF">2026-09-28T11:26:38Z</dcterms:modified>
</cp:coreProperties>
</file>