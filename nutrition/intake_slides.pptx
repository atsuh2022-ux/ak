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エネルギー摂取量の調整　炭水化物源と摂取量</a:t>
            </a:r>
            <a:endParaRPr lang="en-US" sz="3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920240"/>
                <a:gridCol w="2331720"/>
                <a:gridCol w="233172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（kg）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炭水化物摂取量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（g/kg体重）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1日摂取量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（g/日）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1食あたりの白飯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（g）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1食あたりの食パン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（6枚切り・枚）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345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4.3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420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3.7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260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3.4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3.1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2.9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2.6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主な炭水化物源：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ごはん・パックごはん・おにぎり・食パン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一般的な健康人のたんぱく質必要量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1日あたり総量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</a:tblGrid>
              <a:tr h="310896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年齢（歳）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推奨量（g/日）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 h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男子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女子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8〜9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12〜14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15〜17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3A8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18〜29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30〜49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50〜64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65〜74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75以上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126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（「日本人の食事摂取基準 2020年版」をもとに作成）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体重1kgあたりの量（イメージ）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32320" y="3657600"/>
            <a:ext cx="1463040" cy="1188720"/>
          </a:xfrm>
          <a:prstGeom prst="rect">
            <a:avLst/>
          </a:prstGeom>
          <a:solidFill>
            <a:srgbClr val="9DB4E8"/>
          </a:solidFill>
          <a:ln w="12700">
            <a:solidFill>
              <a:srgbClr val="9DB4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約1g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一般の人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418320" y="2468880"/>
            <a:ext cx="1463040" cy="2377440"/>
          </a:xfrm>
          <a:prstGeom prst="rect">
            <a:avLst/>
          </a:prstGeom>
          <a:solidFill>
            <a:srgbClr val="1F3A8A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約2g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アスリート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66560" y="4846320"/>
            <a:ext cx="429768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54864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E3EAFB"/>
          </a:solidFill>
          <a:ln w="12700">
            <a:solidFill>
              <a:srgbClr val="E3EA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5532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アスリートのたんぱく質摂取目安</a:t>
            </a: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体重1kgあたり </a:t>
            </a:r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2g/日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程度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2026-09-28T00:37:15Z</dcterms:created>
  <dcterms:modified xsi:type="dcterms:W3CDTF">2026-09-28T00:37:15Z</dcterms:modified>
</cp:coreProperties>
</file>