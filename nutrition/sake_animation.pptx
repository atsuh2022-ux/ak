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4.2</c:v>
                </c:pt>
                <c:pt idx="1">
                  <c:v>30.3</c:v>
                </c:pt>
                <c:pt idx="2">
                  <c:v>4.6</c:v>
                </c:pt>
                <c:pt idx="3">
                  <c:v>0.6</c:v>
                </c:pt>
                <c:pt idx="4">
                  <c:v>1.9</c:v>
                </c:pt>
                <c:pt idx="5">
                  <c:v>5</c:v>
                </c:pt>
                <c:pt idx="6">
                  <c:v>1.1</c:v>
                </c:pt>
                <c:pt idx="7">
                  <c:v>9.3</c:v>
                </c:pt>
                <c:pt idx="8">
                  <c:v>10.6</c:v>
                </c:pt>
                <c:pt idx="9">
                  <c:v>3</c:v>
                </c:pt>
                <c:pt idx="10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4.7</c:v>
                </c:pt>
                <c:pt idx="1">
                  <c:v>11</c:v>
                </c:pt>
                <c:pt idx="2">
                  <c:v>10.5</c:v>
                </c:pt>
                <c:pt idx="3">
                  <c:v>2.6</c:v>
                </c:pt>
                <c:pt idx="4">
                  <c:v>22</c:v>
                </c:pt>
                <c:pt idx="5">
                  <c:v>0</c:v>
                </c:pt>
                <c:pt idx="6">
                  <c:v>9.5</c:v>
                </c:pt>
                <c:pt idx="7">
                  <c:v>5.7</c:v>
                </c:pt>
                <c:pt idx="8">
                  <c:v>18.7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3.9</c:v>
                </c:pt>
                <c:pt idx="1">
                  <c:v>28</c:v>
                </c:pt>
                <c:pt idx="2">
                  <c:v>4.2</c:v>
                </c:pt>
                <c:pt idx="3">
                  <c:v>0.5</c:v>
                </c:pt>
                <c:pt idx="4">
                  <c:v>2.4</c:v>
                </c:pt>
                <c:pt idx="5">
                  <c:v>5</c:v>
                </c:pt>
                <c:pt idx="6">
                  <c:v>1</c:v>
                </c:pt>
                <c:pt idx="7">
                  <c:v>8.7</c:v>
                </c:pt>
                <c:pt idx="8">
                  <c:v>10</c:v>
                </c:pt>
                <c:pt idx="9">
                  <c:v>3</c:v>
                </c:pt>
                <c:pt idx="10">
                  <c:v>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4.4</c:v>
                </c:pt>
                <c:pt idx="1">
                  <c:v>10.2</c:v>
                </c:pt>
                <c:pt idx="2">
                  <c:v>9.8</c:v>
                </c:pt>
                <c:pt idx="3">
                  <c:v>2.4</c:v>
                </c:pt>
                <c:pt idx="4">
                  <c:v>27.5</c:v>
                </c:pt>
                <c:pt idx="5">
                  <c:v>0</c:v>
                </c:pt>
                <c:pt idx="6">
                  <c:v>8.4</c:v>
                </c:pt>
                <c:pt idx="7">
                  <c:v>5.3</c:v>
                </c:pt>
                <c:pt idx="8">
                  <c:v>17.6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6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600"/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600"/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 animBg="0"/>
        </p:bldSub>
      </p:bldGraphic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6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600"/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600"/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 animBg="0"/>
        </p:bldSub>
      </p:bldGraphic>
      <p:bldP spid="7" grpId="0"/>
      <p:bldP spid="8" grpId="0"/>
      <p:bldP spid="9" grpId="0"/>
      <p:bldP spid="10" grpId="0"/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2026-09-28T00:32:49Z</dcterms:created>
  <dcterms:modified xsi:type="dcterms:W3CDTF">2026-09-28T00:32:49Z</dcterms:modified>
</cp:coreProperties>
</file>